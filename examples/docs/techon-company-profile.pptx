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 DIRECTION — 샘플 B (회사소개서)
1) 한 문장 컨셉: 정밀부품 카탈로그에 끼워진 도면 시트처럼 — 흰 종이, 얇은 괘선, 치수와 주서(朱書)만 있다.
2) 지배 요소: 타이포그래피와 괘선 조판(그리드). 색은 조연으로만 쓴다.
3) 의도적 제약: 컬러 색면 0개. 액센트(주서 A63A28)는 항목 번호와 표식에만 쓰고 면을 채우지 않는다. 지면 전환은 중성 그레이(EFF1F2)로만.
4) 참조 장르: 일본 정밀기계 부품 카탈로그의 사양 지면 + 기계 도면의 표제란(Title block). 라틴·숫자는 Century Schoolbook, 한글 본문은 Calibri로 분리 조판.
5) 감정 목표: 안도 — '여기라면 맡겨도 되겠다'는 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COMPANY PROFILE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(주)테크온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300" kern="0" dirty="0">
                <a:solidFill>
                  <a:srgbClr val="4C55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TECH-ON CO., LTD.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도면을 받고 사흘 안에 검토 의견을 돌려드립니다.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제어반 한 면이 통전 시험을 마치고 나가기까지 35일.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224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제어반 · 전자 어셈블리 · PCB/PCBA · 커스텀 자동화 설비   OEM / ODM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736592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5193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2011</a:t>
            </a:r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년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본사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94228" y="4937760"/>
            <a:ext cx="0" cy="1078992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124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5124" y="5193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280</a:t>
            </a:r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명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505124" y="5669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68 · 박닌 212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84952" y="4937760"/>
            <a:ext cx="0" cy="1078992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5848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제어반 출하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5848" y="5193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3,410</a:t>
            </a:r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면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095848" y="5669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평균 284면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75675" y="4937760"/>
            <a:ext cx="0" cy="1078992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571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출하불량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571" y="5193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89</a:t>
            </a:r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PPM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686571" y="5669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클레임 14건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63825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 안산시 단원구 시화공단 3바 204   ·   BAC NINH, VIETNAM (TECH-ON VINA)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53935" y="6382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DOC. TC-CP-26-01  ·  REV.03  ·  2026.02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개요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제어반 회사가 SMT 라인을 갖는 이유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13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테크온은 2011년 안산에서 제어반 설계·제작으로 시작했습니다. 오래 걸리는 쪽은 언제나 배선이 아니라 기판이었습니다. 외주 PCBA를 기다리는 3주가 납기의 절반을 먹었고, 불량이 나오면 원인을 가리는 데 다시 2주가 들었습니다.</a:t>
            </a:r>
            <a:endParaRPr lang="en-US" sz="1300" dirty="0"/>
          </a:p>
          <a:p>
            <a:pPr indent="0" marL="0">
              <a:lnSpc>
                <a:spcPct val="162000"/>
              </a:lnSpc>
              <a:buNone/>
            </a:pPr>
            <a:endParaRPr lang="en-US" sz="1300" dirty="0"/>
          </a:p>
          <a:p>
            <a:pPr indent="0" marL="0">
              <a:lnSpc>
                <a:spcPct val="162000"/>
              </a:lnSpc>
              <a:buNone/>
            </a:pPr>
            <a:r>
              <a:rPr lang="en-US" sz="13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2021년 베트남 박닌에 100% 자회사 TECH-ON VINA를 세워 SMT를 직접 돌리기 시작한 것은 그래서입니다. 지금은 제어반에 들어가는 기판의 91%를 사내에서 실장합니다. 도면이 바뀌면 다음 날 기판이 바뀝니다.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984248"/>
            <a:ext cx="496793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2130552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(주)테크온 / TECH-ON CO., LTD.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459736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92440" y="256032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2011년 3월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889504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대표이사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2990088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정민호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319272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438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형태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92440" y="3419856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· ODM 수탁 제조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749040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867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92440" y="3849624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본사 · 베트남 박닌 (100% 자회사)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178808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4279392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280명 (안산 68 · 박닌 212)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608576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727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생산능력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470916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제어반 320면 · PCBA 42만점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5038344"/>
            <a:ext cx="496793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5157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5138928"/>
            <a:ext cx="3184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· ISO 14001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C IEC 61439 · UL 508A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 품목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가지를 만듭니다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품목별 실적은 2025년 1월~12월 출하 기준입니다.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084832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225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6192" y="2286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제어반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43400" y="230428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· PLC 판넬 · 인버터반 · 분전반. 최대 2,300mm 단독형까지.</a:t>
            </a:r>
            <a:endParaRPr lang="en-US" sz="12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C IEC 61439 형식시험 성적서 첨부 출하.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74175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3,410</a:t>
            </a:r>
            <a:pPr algn="r"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면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3035808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552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36192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 어셈블리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43400" y="323697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하네스, 박스빌드, 케이블 조립. 압착 인장강도 전수 샘플링.</a:t>
            </a:r>
            <a:endParaRPr lang="en-US" sz="12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 사양 78종 상시 재고.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74175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112</a:t>
            </a:r>
            <a:pPr algn="r"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만점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3968496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87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· PCBA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343400" y="416966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2라인 · 최소 0201 칩 대응. AOI 전수, X-ray 샘플.</a:t>
            </a:r>
            <a:endParaRPr lang="en-US" sz="12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양면 실장 및 이종 혼합 실장 가능.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74175" y="4151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441</a:t>
            </a:r>
            <a:pPr algn="r"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만점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4901184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206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36192" y="5084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자동화 설비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343400" y="510235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검사·조립 지그, 소형 반송 유닛. 기구 설계부터 제어 프로그램까지.</a:t>
            </a:r>
            <a:endParaRPr lang="en-US" sz="12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20~30대 규모의 소량 다품종.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74175" y="5084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pPr algn="r"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대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14400" y="585216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도면이 없어도 시작합니다. 사양서와 사진만으로 역설계 후 제작한 건이 2025년에 41건입니다.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생산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설계는 안산, 물량은 박닌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공장 사이의 이동은 주 2회 정기 선적으로 고정되어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063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88336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0432" y="2926080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본사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70432" y="3364992"/>
            <a:ext cx="2551176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49300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회로·기구 설계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0432" y="37856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검토 · 시제품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70432" y="407822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초도품 승인(FAI)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70432" y="441655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68명 · 2,970㎡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23944" y="3611880"/>
            <a:ext cx="301752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468880"/>
            <a:ext cx="3063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688336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 NINH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8032" y="2926080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TECH-ON VINA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28032" y="3364992"/>
            <a:ext cx="2551176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49300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· PCBA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28032" y="37856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· 배선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407822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 조립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28032" y="441655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212명 · 8,400㎡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81544" y="3611880"/>
            <a:ext cx="301752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2468880"/>
            <a:ext cx="3063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2688336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KOREA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85632" y="2926080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본사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485632" y="3364992"/>
            <a:ext cx="2551176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3493008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통전 · 내전압 시험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85632" y="37856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최종검사 · 성적서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85632" y="407822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포장 · 출하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85632" y="441655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직행률 97.4%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" y="5138928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340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확정 → 시제품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8일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14400" y="5961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단독 진행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02938" y="5340096"/>
            <a:ext cx="0" cy="841248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68698" y="5340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박닌 양산 → 안산 입고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68698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주 2회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4368698" y="5961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하이퐁 출항 · 해상 6일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57237" y="5340096"/>
            <a:ext cx="0" cy="841248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2997" y="5340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최종검사 → 출하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22997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3일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7822997" y="5961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 동시 발행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· 품질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여섯 번 멈춰서 확인합니다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표시는 불합격 시 다음 공정으로 넘기지 않는 정지 게이트입니다.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32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자재 입고검사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1458" y="2523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차단기·단자대 로트별 샘플링.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커넥터는 인장강도 실측.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76090" y="2432304"/>
            <a:ext cx="0" cy="13716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86000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8698" y="2532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7338" y="251460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· PCBA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5757" y="2523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68698" y="292608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전수 검사, X-ray 샘플.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리플로우 프로파일 로트 기록.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30389" y="2432304"/>
            <a:ext cx="0" cy="13716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286000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2997" y="2532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71637" y="251460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· 배선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22997" y="292608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압착 높이 게이지 측정.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배선 도통 100% 체크.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397764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245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판넬 조립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61772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토크값은 설비 잠금값으로 관리.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 재량 조정 불가.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076090" y="4123944"/>
            <a:ext cx="0" cy="13716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97764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8698" y="42245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7338" y="420624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통전 · 내전압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5757" y="4215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68698" y="461772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2,000V 1분 인가.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절연저항 100㏁ 이상.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30389" y="4123944"/>
            <a:ext cx="0" cy="13716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397764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2997" y="42245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71637" y="4206240"/>
            <a:ext cx="2402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최종검사 · 출하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00055" y="4215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22997" y="4617720"/>
            <a:ext cx="304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대조 전수. 성적서·회로도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동봉 후 봉인 출하.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4400" y="5797296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9618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출하불량 89PPM · 고객 클레임 14건 · 8D 보고서 평균 회신 3.1일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산업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라인에 들어가 있나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2093976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36192" y="2331720"/>
            <a:ext cx="408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후공정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6192" y="2788920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다이본더 주변 제어반 · 반송 유닛 제어부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36192" y="3136392"/>
            <a:ext cx="426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장비사 2곳 · 연 240면. 클린룸 반입 사양(무도장 스테인리스)으로 공급.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093976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1800" y="2276856"/>
            <a:ext cx="0" cy="16002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5848" y="24231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17640" y="2331720"/>
            <a:ext cx="408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2차전지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17640" y="2788920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조립·화성 공정 MCC, 노칭 설비 제어반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17640" y="3136392"/>
            <a:ext cx="426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셀 메이커 1차 협력사 2곳. 2025년 매출의 38.2%.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53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4361688"/>
            <a:ext cx="408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식품 · 포장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6192" y="4818888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포장기 제어반, 세척 대응 IP66 판넬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36192" y="5166360"/>
            <a:ext cx="426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수분·세제 노출 환경. 개스킷 이중 시공 사양을 별도 관리합니다.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123944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1800" y="4306824"/>
            <a:ext cx="0" cy="160020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5848" y="4453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17640" y="4361688"/>
            <a:ext cx="408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 자동화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17640" y="4818888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자동창고 컨베이어 제어반, 하네스 일체 공급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17640" y="5166360"/>
            <a:ext cx="426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1건당 판넬 12~40면 규모의 프로젝트성 물량.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· 시험설비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성적서까지 같이 나갑니다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2039112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2221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0" y="2221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등록번호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65615" y="2221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96312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06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ISO 9001:2015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품질경영시스템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KAB-QMS-2014-0318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5615" y="2606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2027. 06. 30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044952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54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ISO 14001:2015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1546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환경경영시스템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23760" y="31546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KAB-EMS-2018-0771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5615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2027. 06. 30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593592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KS C IEC 61439-1/2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3703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저압 개폐장치 조립품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3703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형식시험 성적서 보유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65615" y="3703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품목별 발행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" y="4142232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51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UL 508A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4251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제어반 (북미)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23760" y="4251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No. E512094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65615" y="4251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1회 실사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4828032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92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시험 · 검사 설비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5358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내전압 시험기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88920" y="5358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5kV · 3대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68698" y="5358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절연저항계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43218" y="5358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1,000V · 4대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2997" y="5358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X-ray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7517" y="5358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BGA 보이드 측정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5779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88920" y="5779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인라인 2대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68698" y="5779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압착 인장시험기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43218" y="5779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0~500N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22997" y="5779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열화상 카메라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7517" y="5779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통전 발열점 확인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절차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RFQ에서 출하까지 35일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일정은 신규 도면 · 판넬 10면 이하 기준의 표준값입니다.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8955786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22192"/>
            <a:ext cx="54864" cy="128016"/>
          </a:xfrm>
          <a:prstGeom prst="rect">
            <a:avLst/>
          </a:prstGeom>
          <a:solidFill>
            <a:srgbClr val="A63A28"/>
          </a:solidFill>
          <a:ln w="12700">
            <a:solidFill>
              <a:srgbClr val="A63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접수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· 사양서 · 수량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41549" y="3822192"/>
            <a:ext cx="54864" cy="128016"/>
          </a:xfrm>
          <a:prstGeom prst="rect">
            <a:avLst/>
          </a:prstGeom>
          <a:solidFill>
            <a:srgbClr val="9AA3AB"/>
          </a:solidFill>
          <a:ln w="12700">
            <a:solidFill>
              <a:srgbClr val="9AA3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1549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1549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견적 · DFM 회신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41549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원가와 함께 설계 개선 의견 3~8건 첨부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822192"/>
            <a:ext cx="54864" cy="128016"/>
          </a:xfrm>
          <a:prstGeom prst="rect">
            <a:avLst/>
          </a:prstGeom>
          <a:solidFill>
            <a:srgbClr val="9AA3AB"/>
          </a:solidFill>
          <a:ln w="12700">
            <a:solidFill>
              <a:srgbClr val="9AA3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8698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68698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확정 · 발주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68698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장납기 4품목 선발주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5848" y="3822192"/>
            <a:ext cx="54864" cy="128016"/>
          </a:xfrm>
          <a:prstGeom prst="rect">
            <a:avLst/>
          </a:prstGeom>
          <a:solidFill>
            <a:srgbClr val="9AA3AB"/>
          </a:solidFill>
          <a:ln w="12700">
            <a:solidFill>
              <a:srgbClr val="9AA3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5848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D+14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5848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자재 입고검사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5848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차단기 로트 샘플링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22997" y="3822192"/>
            <a:ext cx="54864" cy="128016"/>
          </a:xfrm>
          <a:prstGeom prst="rect">
            <a:avLst/>
          </a:prstGeom>
          <a:solidFill>
            <a:srgbClr val="9AA3AB"/>
          </a:solidFill>
          <a:ln w="12700">
            <a:solidFill>
              <a:srgbClr val="9AA3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2997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418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D+28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22997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 완료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22997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박닌 양산 · 안산 입고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50146" y="3822192"/>
            <a:ext cx="54864" cy="128016"/>
          </a:xfrm>
          <a:prstGeom prst="rect">
            <a:avLst/>
          </a:prstGeom>
          <a:solidFill>
            <a:srgbClr val="A63A28"/>
          </a:solidFill>
          <a:ln w="12700">
            <a:solidFill>
              <a:srgbClr val="A63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0146" y="2971800"/>
            <a:ext cx="15442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D+35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50146" y="3337560"/>
            <a:ext cx="1544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· 출하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50146" y="4105656"/>
            <a:ext cx="14711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통전, 내전압, 성적서 동봉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5230368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40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재제작 도면이거나 판넬 20면을 넘으면 42~50일을 잡습니다. 일정이 촉박한 건은 견적 단계에서 어느 공정을 줄일 수 있는지 함께 적어 보내드립니다. 줄일 수 없는 공정은 줄일 수 없다고 씁니다.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21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813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한 장만 보내주십시오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3영업일 안에 견적과 함께 설계 검토 의견을 회신합니다.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회신에는 아래 세 가지가 반드시 들어갑니다.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798064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35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29992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단가와 그 근거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3026664"/>
            <a:ext cx="6430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재료비 · 가공비 · 검사비를 나눠 적습니다.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75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6192" y="3639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개선 의견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3666744"/>
            <a:ext cx="6430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대체, 배선 축약, 판넬 분할안 3~8건.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0362895" cy="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15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63A2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4279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리드타임과 병목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4306824"/>
            <a:ext cx="6430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오래 걸리는 품목과 그 주차를 명시합니다.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029200"/>
            <a:ext cx="10362895" cy="0"/>
          </a:xfrm>
          <a:prstGeom prst="line">
            <a:avLst/>
          </a:prstGeom>
          <a:noFill/>
          <a:ln w="12700">
            <a:solidFill>
              <a:srgbClr val="9AA3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안산 본사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5138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 안산시 단원구 시화공단 3바 204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7515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031-495-2170   ·   sales@tech-on.co.kr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60076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영업기술팀 · 견적 및 도면 접수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84368" y="5212080"/>
            <a:ext cx="0" cy="1051560"/>
          </a:xfrm>
          <a:prstGeom prst="line">
            <a:avLst/>
          </a:prstGeom>
          <a:noFill/>
          <a:ln w="9525">
            <a:solidFill>
              <a:srgbClr val="D2D7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5848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TECH-ON VINA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5848" y="55138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 Industrial Park, Bac Ninh, Vietnam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95848" y="57515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+84-222-368-4120   ·   vina@tech-on.co.kr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95848" y="60076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 · 물류 문의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TC-CP-26-01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340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20" kern="0" dirty="0">
                <a:solidFill>
                  <a:srgbClr val="7E87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SHEET 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(주)테크온 회사소개서</dc:title>
  <dc:subject>PptxGenJS Presentation</dc:subject>
  <dc:creator>(주)테크온 영업기술팀</dc:creator>
  <cp:lastModifiedBy>(주)테크온 영업기술팀</cp:lastModifiedBy>
  <cp:revision>1</cp:revision>
  <dcterms:created xsi:type="dcterms:W3CDTF">2026-08-12T01:29:19Z</dcterms:created>
  <dcterms:modified xsi:type="dcterms:W3CDTF">2026-08-12T01:29:19Z</dcterms:modified>
</cp:coreProperties>
</file>